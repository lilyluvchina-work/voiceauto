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c227031e8d4d45" /><Relationship Type="http://schemas.openxmlformats.org/officeDocument/2006/relationships/extended-properties" Target="/docProps/app.xml" Id="R428edcefa68e4065" /><Relationship Type="http://schemas.openxmlformats.org/officeDocument/2006/relationships/officeDocument" Target="/ppt/presentation.xml" Id="R85e950fa1e8840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9db95e1e644959"/>
  </p:sldMasterIdLst>
  <p:notesMasterIdLst>
    <p:notesMasterId xmlns:r="http://schemas.openxmlformats.org/officeDocument/2006/relationships" r:id="R4806385887f44cc3"/>
  </p:notesMasterIdLst>
  <p:sldIdLst>
    <p:sldId xmlns:r="http://schemas.openxmlformats.org/officeDocument/2006/relationships" id="256" r:id="R445defacdd9642a0"/>
    <p:sldId xmlns:r="http://schemas.openxmlformats.org/officeDocument/2006/relationships" id="257" r:id="Rb7e04a88ae154370"/>
    <p:sldId xmlns:r="http://schemas.openxmlformats.org/officeDocument/2006/relationships" id="258" r:id="Rb74b72f960384ab7"/>
    <p:sldId xmlns:r="http://schemas.openxmlformats.org/officeDocument/2006/relationships" id="259" r:id="R4b88936c9a0d465c"/>
    <p:sldId xmlns:r="http://schemas.openxmlformats.org/officeDocument/2006/relationships" id="260" r:id="R14aef62ba1044b31"/>
    <p:sldId xmlns:r="http://schemas.openxmlformats.org/officeDocument/2006/relationships" id="261" r:id="R59b86104e6a643c3"/>
    <p:sldId xmlns:r="http://schemas.openxmlformats.org/officeDocument/2006/relationships" id="262" r:id="Rf8dfc8317e584c53"/>
    <p:sldId xmlns:r="http://schemas.openxmlformats.org/officeDocument/2006/relationships" id="263" r:id="R8eb7548312ec4cce"/>
    <p:sldId xmlns:r="http://schemas.openxmlformats.org/officeDocument/2006/relationships" id="264" r:id="Ra57570fde83347e3"/>
    <p:sldId xmlns:r="http://schemas.openxmlformats.org/officeDocument/2006/relationships" id="265" r:id="R5bad969b41f243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536888123442a3" /><Relationship Type="http://schemas.openxmlformats.org/officeDocument/2006/relationships/slideMaster" Target="/ppt/slideMasters/slideMaster1.xml" Id="R009db95e1e644959" /><Relationship Type="http://schemas.openxmlformats.org/officeDocument/2006/relationships/notesMaster" Target="/ppt/notesMasters/notesMaster1.xml" Id="R4806385887f44cc3" /><Relationship Type="http://schemas.openxmlformats.org/officeDocument/2006/relationships/presProps" Target="/ppt/presProps.xml" Id="R4831d4b6db7f44f2" /><Relationship Type="http://schemas.openxmlformats.org/officeDocument/2006/relationships/tableStyles" Target="/ppt/tableStyles.xml" Id="R325ba0cf644c40cd" /><Relationship Type="http://schemas.openxmlformats.org/officeDocument/2006/relationships/slide" Target="/ppt/slides/slide1.xml" Id="R445defacdd9642a0" /><Relationship Type="http://schemas.openxmlformats.org/officeDocument/2006/relationships/slide" Target="/ppt/slides/slide2.xml" Id="Rb7e04a88ae154370" /><Relationship Type="http://schemas.openxmlformats.org/officeDocument/2006/relationships/slide" Target="/ppt/slides/slide3.xml" Id="Rb74b72f960384ab7" /><Relationship Type="http://schemas.openxmlformats.org/officeDocument/2006/relationships/slide" Target="/ppt/slides/slide4.xml" Id="R4b88936c9a0d465c" /><Relationship Type="http://schemas.openxmlformats.org/officeDocument/2006/relationships/slide" Target="/ppt/slides/slide5.xml" Id="R14aef62ba1044b31" /><Relationship Type="http://schemas.openxmlformats.org/officeDocument/2006/relationships/slide" Target="/ppt/slides/slide6.xml" Id="R59b86104e6a643c3" /><Relationship Type="http://schemas.openxmlformats.org/officeDocument/2006/relationships/slide" Target="/ppt/slides/slide7.xml" Id="Rf8dfc8317e584c53" /><Relationship Type="http://schemas.openxmlformats.org/officeDocument/2006/relationships/slide" Target="/ppt/slides/slide8.xml" Id="R8eb7548312ec4cce" /><Relationship Type="http://schemas.openxmlformats.org/officeDocument/2006/relationships/slide" Target="/ppt/slides/slide9.xml" Id="Ra57570fde83347e3" /><Relationship Type="http://schemas.openxmlformats.org/officeDocument/2006/relationships/slide" Target="/ppt/slides/slide10.xml" Id="R5bad969b41f243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f67fdbd73641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17d65b2abd4e2e" /><Relationship Type="http://schemas.openxmlformats.org/officeDocument/2006/relationships/notesMaster" Target="/ppt/notesMasters/notesMaster1.xml" Id="R1c261d4b2b904f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8bb65de08496c" /><Relationship Type="http://schemas.openxmlformats.org/officeDocument/2006/relationships/notesMaster" Target="/ppt/notesMasters/notesMaster1.xml" Id="Rbba2e474b73a46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6401dc8a44971" /><Relationship Type="http://schemas.openxmlformats.org/officeDocument/2006/relationships/notesMaster" Target="/ppt/notesMasters/notesMaster1.xml" Id="Ref3a6753b0fc4a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0f1958b3e1463a" /><Relationship Type="http://schemas.openxmlformats.org/officeDocument/2006/relationships/notesMaster" Target="/ppt/notesMasters/notesMaster1.xml" Id="R57d48fed0a2448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9f3517adf448d5" /><Relationship Type="http://schemas.openxmlformats.org/officeDocument/2006/relationships/notesMaster" Target="/ppt/notesMasters/notesMaster1.xml" Id="R5afbf462805e4e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d8ff91dd3a4f70" /><Relationship Type="http://schemas.openxmlformats.org/officeDocument/2006/relationships/notesMaster" Target="/ppt/notesMasters/notesMaster1.xml" Id="R0a5d25bad75045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502263a0744356" /><Relationship Type="http://schemas.openxmlformats.org/officeDocument/2006/relationships/notesMaster" Target="/ppt/notesMasters/notesMaster1.xml" Id="Rc083ff73db1041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17fc3a5cf340d2" /><Relationship Type="http://schemas.openxmlformats.org/officeDocument/2006/relationships/notesMaster" Target="/ppt/notesMasters/notesMaster1.xml" Id="R4d2169040b844a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b964e9bfe14ac7" /><Relationship Type="http://schemas.openxmlformats.org/officeDocument/2006/relationships/notesMaster" Target="/ppt/notesMasters/notesMaster1.xml" Id="Rb8d3ab8996c845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dc5e1a54d44018" /><Relationship Type="http://schemas.openxmlformats.org/officeDocument/2006/relationships/notesMaster" Target="/ppt/notesMasters/notesMaster1.xml" Id="Rc9e7403e866b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README.md: VoiceAuto 项目功能特性与技术栈。</a:t>
            </a:r>
          </a:p>
          <a:p xmlns:a="http://schemas.openxmlformats.org/drawingml/2006/main">
            <a:r>
              <a:t>docs/product/product-introduction.md: 产品概述、目标用户与核心价值。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docs/product/product-introduction.md: 功能范围与业务流程。</a:t>
            </a:r>
          </a:p>
          <a:p xmlns:a="http://schemas.openxmlformats.org/drawingml/2006/main">
            <a:r>
              <a:t>docs/product/product-use-guide.md: 用户页面入口和完整测试步骤。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docs/product/product-introduction.md: 目标用户与核心价值。</a:t>
            </a:r>
          </a:p>
          <a:p xmlns:a="http://schemas.openxmlformats.org/drawingml/2006/main">
            <a:r>
              <a:t>README.md: 功能特性概览。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docs/product/product-introduction.md: 4.1 语音测试模式、4.4 总结报告模式。</a:t>
            </a:r>
          </a:p>
          <a:p xmlns:a="http://schemas.openxmlformats.org/drawingml/2006/main">
            <a:r>
              <a:t>docs/product/product-use-guide.md: 测试用例准备、音频生成、执行和导出说明。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docs/product/product-use-guide.md: 一次完整测试的六步流程。</a:t>
            </a:r>
          </a:p>
          <a:p xmlns:a="http://schemas.openxmlformats.org/drawingml/2006/main">
            <a:r>
              <a:t>docs/product/product-introduction.md: 5.1 语音测试流程。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docs/product/product-introduction.md: 自主监测配置与过程记录口径。</a:t>
            </a:r>
          </a:p>
          <a:p xmlns:a="http://schemas.openxmlformats.org/drawingml/2006/main">
            <a:r>
              <a:t>docs/changelog/feature-optimization.md: 自主监测链路自检、恢复和三阶段闭环记录。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docs/product/product-introduction.md: 配置中心、TAPD、Langfuse、部署与环境配置。</a:t>
            </a:r>
          </a:p>
          <a:p xmlns:a="http://schemas.openxmlformats.org/drawingml/2006/main">
            <a:r>
              <a:t>docs/architecture/product-architecture.md: TAPD 导入架构、部署资产架构。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docs/product/product-introduction.md: 测试过程记录与报告、Langfuse 日志获取、总结报告模式。</a:t>
            </a:r>
          </a:p>
          <a:p xmlns:a="http://schemas.openxmlformats.org/drawingml/2006/main">
            <a:r>
              <a:t>README.md: 测试报告与结构化报告功能特性。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docs/architecture/product-architecture.md: 总体分层、运行时主链路、状态与持久化架构。</a:t>
            </a:r>
          </a:p>
          <a:p xmlns:a="http://schemas.openxmlformats.org/drawingml/2006/main">
            <a:r>
              <a:t>README.md: 技术栈说明。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docs/product/product-use-guide.md: 常见使用场景和使用建议。</a:t>
            </a:r>
          </a:p>
          <a:p xmlns:a="http://schemas.openxmlformats.org/drawingml/2006/main">
            <a:r>
              <a:t>docs/product/product-introduction.md: 迭代建议与验收标准。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2d2255f6d45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980b10211f4f8b" /><Relationship Type="http://schemas.openxmlformats.org/officeDocument/2006/relationships/slideLayout" Target="/ppt/slideLayouts/slideLayout1.xml" Id="R97b70b2d375944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b70b2d375944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83bfe2e0b43cb" /><Relationship Type="http://schemas.openxmlformats.org/officeDocument/2006/relationships/notesSlide" Target="/ppt/notesSlides/notesSlide1.xml" Id="R688a26a8961b40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1afb2df9f40df" /><Relationship Type="http://schemas.openxmlformats.org/officeDocument/2006/relationships/notesSlide" Target="/ppt/notesSlides/notesSlide2.xml" Id="R4747fb62a3a64c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5aaf5ddb244f3" /><Relationship Type="http://schemas.openxmlformats.org/officeDocument/2006/relationships/notesSlide" Target="/ppt/notesSlides/notesSlide3.xml" Id="R1fde6becfd5241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cdf9fe4dd4a8d" /><Relationship Type="http://schemas.openxmlformats.org/officeDocument/2006/relationships/notesSlide" Target="/ppt/notesSlides/notesSlide4.xml" Id="R8a5c32109a8849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5f98f842d4c3b" /><Relationship Type="http://schemas.openxmlformats.org/officeDocument/2006/relationships/notesSlide" Target="/ppt/notesSlides/notesSlide5.xml" Id="R1cc7a6fea4b347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0103255af4ac9" /><Relationship Type="http://schemas.openxmlformats.org/officeDocument/2006/relationships/notesSlide" Target="/ppt/notesSlides/notesSlide6.xml" Id="R9348f25991b54c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f67c59768441b" /><Relationship Type="http://schemas.openxmlformats.org/officeDocument/2006/relationships/notesSlide" Target="/ppt/notesSlides/notesSlide7.xml" Id="R49c120bccbc342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ff24dd2434d9f" /><Relationship Type="http://schemas.openxmlformats.org/officeDocument/2006/relationships/chart" Target="/ppt/slides/charts/chart1.xml" Id="Re4f9d3a7fe704758" /><Relationship Type="http://schemas.openxmlformats.org/officeDocument/2006/relationships/notesSlide" Target="/ppt/notesSlides/notesSlide8.xml" Id="R3fa01dde5c8749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e11a83c974056" /><Relationship Type="http://schemas.openxmlformats.org/officeDocument/2006/relationships/notesSlide" Target="/ppt/notesSlides/notesSlide9.xml" Id="R5cf5ddf64bc64d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fde191eab4a26" /><Relationship Type="http://schemas.openxmlformats.org/officeDocument/2006/relationships/notesSlide" Target="/ppt/notesSlides/notesSlide10.xml" Id="R83ead6b822fe4ce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可视查看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过程</c:v>
              </c:pt>
              <c:pt idx="1">
                <c:v>报告</c:v>
              </c:pt>
              <c:pt idx="2">
                <c:v>日志</c:v>
              </c:pt>
              <c:pt idx="3">
                <c:v>总结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val>
        </c:ser>
        <c:ser>
          <c:idx val="1"/>
          <c:order val="1"/>
          <c:tx>
            <c:v>可导出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过程</c:v>
              </c:pt>
              <c:pt idx="1">
                <c:v>报告</c:v>
              </c:pt>
              <c:pt idx="2">
                <c:v>日志</c:v>
              </c:pt>
              <c:pt idx="3">
                <c:v>总结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30D27-FBB1-4854-97A1-47EC1E23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VoiceAuto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BBBEA-068E-4A8F-88C8-2388F27F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60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语音自动化</a:t>
            </a:r>
          </a:p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60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测试平台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108AD-6ECE-45EE-BAD7-6B1B1A3D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239000" cy="108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从用例导入、语音生成、自动执行到日志分析与报告导出的闭环工具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D4F60-788D-467A-9491-270BE1C4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05025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821551-EE0B-4792-A448-A042A26D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这套工具解决的是语音测试从执行到追踪的完整闭环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6F642-951B-4096-BEB9-9EFBCCAB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79974"/>
            <a:ext cx="11404664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76CC7-C47B-449A-BB9F-10C58E96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159" y="2079974"/>
            <a:ext cx="47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13898-872E-45B5-BB90-FF682078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2203799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D1D78-DF2E-43C9-85D5-6D1300F2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09" y="2194274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先把测试用例统一导入、归类、生成可播放音频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1BF8A-A121-4858-B6FE-30D48868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32424"/>
            <a:ext cx="11404664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23DDF-AFFC-4B24-8EE8-11E9DEB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159" y="2632424"/>
            <a:ext cx="47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BE0F9-A5EF-4EB1-899F-39873EB2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2756249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182FE-2D12-4DCF-8671-6FE3C53B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09" y="2746724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再按唤醒词、音色、循环次数、模块范围配置执行策略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78463-945C-4402-9452-96D97E2C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84874"/>
            <a:ext cx="11404664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EE42F-2312-4F4A-971D-31B9781E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159" y="3184874"/>
            <a:ext cx="47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6371C-B84C-45AD-841E-ABFCB6F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3308699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ADF30-8664-45C6-A32B-D1EC152F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09" y="3299174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执行中实时记录唤醒、ASR、Speaker 响应等关键链路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B329F-1B0B-45C7-8866-3A1861E9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37324"/>
            <a:ext cx="11404664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D1D76-C50E-41B7-95CF-259B3BA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159" y="3737324"/>
            <a:ext cx="47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31C6C-70E4-4A40-BE28-03639510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3861149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E3FAE-A810-466D-AEEC-D3562E6F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09" y="3851624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完成后自动沉淀过程记录、结构化报告和 Langfuse 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C8CED-7A64-4E00-80FF-0ED69232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89774"/>
            <a:ext cx="11404664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598EE-6E4E-4FCE-89E9-9B136B70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159" y="4289774"/>
            <a:ext cx="47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ED8D5-3D81-4BD5-B153-71043A46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4413599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F2FD7-AD07-4DF0-AA4B-D572E5BC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09" y="4404074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配置、账号、TAPD、钉钉、TTS 等能力集中维护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28582-0C2D-4C06-B49A-E6A802AA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2224"/>
            <a:ext cx="11404664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396C3-095B-4FB4-B23F-FE02DF41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159" y="4842224"/>
            <a:ext cx="4763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51CC0-240C-4C9F-B4AA-1AFFE389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4966049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12D62-0F57-46EC-9F43-4673A86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09" y="4956524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部署与排障资产进入项目目录，便于交接和复用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96A21-A37C-4996-9CE4-C66105AD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124697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38798-EAFE-4AD9-9BC8-BAA2F4CB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核心价值是让语音测试更快、更可追溯、更容易定位问题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E8811-9A0F-4C18-86F5-D088F3D6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905500" cy="865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面向测试工程师、语音产品研发、需要批量验证语音文案的产品人员。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C03D2-B199-4F0F-B75D-F364741F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71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平台把人工重复播放、手工统计、日志检索和报告整理集中到一条流程里，降低重复劳动，也让每次测试结果有据可查。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DF6BD-3B2A-49AE-9E08-C9B457D9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4091"/>
            <a:ext cx="212598" cy="2125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42D64-3954-4745-9F3D-F525EF36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80754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批量执行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9BA19-6AF7-4737-ADCD-6DB1F50B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3691"/>
            <a:ext cx="212598" cy="2125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345C4-996F-41CC-BDA1-5254CCB8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0354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过程留痕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8193E-F0C2-441E-B4D0-9B3FEF39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3291"/>
            <a:ext cx="212598" cy="2125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216A6-7DED-49A4-85A0-ED85CC63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9954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自动判定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E63DF-346F-4ED1-B43E-68CFE21B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2891"/>
            <a:ext cx="212598" cy="2125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D3CAF-5ABC-4C6A-9338-ED50071B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09554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日志联动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6C2D5-2AA7-4969-9204-841B2825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52491"/>
            <a:ext cx="212598" cy="2125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74457-580D-4100-9B2A-88DBB59E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19154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报告导出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8CD6A-ADB6-4061-BBFF-062880A5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31463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DCF65-C4E5-49BB-BD51-BFF9F88A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功能能力覆盖测试准备、执行控制、过程记录和结果分析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168A8-9917-445F-904C-755AE42F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用例准备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支持文本、音频文件、手动输入与 TAPD 接口导入，并按功能模块归类。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ABA63-991D-4A4F-AE89-4B52F76D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语音生成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提供豆包 V3 TTS 后端代理和 Web Speech 回退，支持音色、语种、音量、倍速配置。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252DD-BA12-4AB2-A3C4-AF6A2412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自动执行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播放控制台支持开始、暂停、继续、停止、重置、循环次数和模块范围选择。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85C73-0960-4ABB-8346-9A717FAA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结果沉淀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输出过程记录、JSON/CSV/文本报告、Excel 过程数据和总结报告。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69880-540F-4E4F-BEB1-D2F05DD3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443212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6025E-D642-4121-A43D-AD2E4912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标准测试流程从准备到归档分为四个阶段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58C71-5644-4D51-8B28-CF220836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59D72-42FA-4137-94CD-82E44BC8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F05D4-277C-4E81-8440-834A57C4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22668"/>
            <a:ext cx="2381250" cy="158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导入用例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生成测试音频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B93F3-D466-423A-BFCD-ABFCB439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2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B7F58-1306-4720-AEA6-AE40C21F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168" y="2843308"/>
            <a:ext cx="161286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BA19F-8997-4DF6-A069-A2658B12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168" y="3822668"/>
            <a:ext cx="2381250" cy="158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设置唤醒词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音色与循环策略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EE618-22E5-4310-8126-134D669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339DD-B80A-4C1B-877C-8A41C3DB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668" y="2843308"/>
            <a:ext cx="161286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C631B-5EFF-4724-B33C-84BF1B9B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668" y="3822668"/>
            <a:ext cx="2381250" cy="158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启动播放队列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监测关键链路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0E696-E2D4-4227-AD84-2A0C993C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2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3AD8B-1BF8-4FF6-807E-96CE1E94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168" y="2843308"/>
            <a:ext cx="161286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6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EB819-0877-40B5-B4C6-1F2C0D23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168" y="3822668"/>
            <a:ext cx="2381250" cy="158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导出报告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2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拉取日志与复盘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89C51-2949-4E60-BC46-FA76232E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090827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36C24-D7A5-489D-8612-5036A2D0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自主监测把固定等待升级为事件驱动的链路判定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DA05-DA37-45C9-918B-E2E11733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唤醒监测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通过 ADB 日志识别 WakeupSuccess，异常时支持自检与恢复。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63F00-0EF2-45E8-BE42-FEDA5C48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ASR 输入监测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跟踪 ASR 生命周期，提取实际识别文本并给出相似度诊断。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7C991-D482-49DE-9732-BFB122EF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Speaker 响应监测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录制播报音频，结合 VAD/TTS 状态判断是否完成响应。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14352-FEBE-4026-9A97-1C4CF962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过程记录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每条用例记录唤醒、播放、ASR、Speaker 音频收录五项结果。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CFCB9-DD3E-4954-9348-EE6866E1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133659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D0BDE-11D9-4A86-B7FD-07E5C15D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外部系统联动让测试计划、日志和通知进入同一工作台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09298-EE09-4326-9466-8047AC6D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配置中心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账号、TAPD、Langfuse、钉钉、豆包 TTS 参数统一入库维护。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6502A-3931-43C7-A490-EACDA234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TAPD 导入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通过接口读取测试计划、用例详情和目录结构，保持模块口径一致。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02078-1634-4A87-A8C4-9054D2CA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Langfuse 日志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支持 UAT、TEST、PROD 等多环境分页拉取、筛选和导出。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ED5F3-180E-46FA-BDE9-19C5A562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部署资产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025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Nginx、Docker、部署脚本和代理配置放在项目内，便于上线交接。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C8406-42D6-4053-9359-3B47288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20173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0C46B-E021-4E51-8425-323AF21C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输出物覆盖复盘、交接和系统对接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08718" y="1244632"/>
          <a:ext xmlns:a="http://schemas.openxmlformats.org/drawingml/2006/main" cx="5124164" cy="4690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f9d3a7fe70475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AE41B-A4B6-4D5E-9771-DC5C645E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AF1AD-2570-464F-99D9-F7318D03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过程记录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展开每条用例，查看阶段状态、录音、相似度与诊断字段。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65076-3A56-4E49-9F96-C844B8A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748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79C99-F860-4A52-854A-46022CD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9857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结构化报告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支持 JSON、CSV、Markdown、HTML、Excel。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D7D5B-9A10-4A9C-9972-D514073D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560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7A234-C7C3-4C47-87EE-356B4D35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51058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日志提取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Traces 与 Observations 可导出 Excel / JSON。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37EC2-34E2-487B-AA8C-AC76950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716853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984D7-0521-41F7-9E24-76558CC9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90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技术架构保持轻量，但为扩展和恢复留出清晰边界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DC636-05E1-4B76-BA2E-BCFB71DC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F8F87-951B-477D-8BAC-D330C1C2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视图层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9E980-9D70-461E-A774-704C03A0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Components 负责页面展示、交互输入和结果反馈。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3C95B-E34D-49E5-8801-EDBD47AA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8E65A-2397-489F-B8E2-805AE1FF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业务编排层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218D0-98A7-4920-9AB8-77A5C342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Hooks + Store 统一测试执行、播放和状态管理。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27DA9-378F-4DEA-851D-7F45E4B7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1A3C0-6B2C-4624-B486-A2B66C7B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服务层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0EBD8-081A-41F3-B2F2-B2709DC2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TTS、TAPD、Langfuse、ADB、通知等外部能力封装。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B3001-62AA-407C-A998-A037E3A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0A147-2CA2-4AC9-81CE-41CF24CB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工具层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E4185-C490-4BFE-A78F-CF3A5002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8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报告生成、日志分析、Excel 导出、文本解析等纯函数逻辑。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45ECA-AC2A-4553-A0EE-98049E8B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736270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79048-851C-4550-BC57-B5EEACED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2286000" cy="649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4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落地方式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919FF-944E-4D92-82C6-4ED5CBA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4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用 VoiceAuto</a:t>
            </a:r>
          </a:p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4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把语音测试变成</a:t>
            </a:r>
          </a:p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4950" b="1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可执行、可记录、可复盘的流程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6AC8C-6EA8-4DCC-8351-AF12AD2C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7239000" cy="108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21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建议先用于日常冒烟和版本回归，再逐步接入 TAPD、Langfuse 与自主监测链路。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CCED5-06D8-40CA-AB85-654D7FCB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defRPr>
            </a:pPr>
            <a:r>
              <a:rPr sz="1000" b="0">
                <a:solidFill>
                  <a:srgbClr val="000000"/>
                </a:solidFill>
                <a:latin typeface="Microsoft YaHei, Helvetica Neue, Arial, sans-serif"/>
                <a:ea typeface="Microsoft YaHei, Helvetica Neue, Arial, sans-serif"/>
                <a:cs typeface="Microsoft YaHei, Helvetica Neue, Arial, sans-serif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6379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2026-07-30T07:57:22.7670000Z</dcterms:created>
  <dcterms:modified xsi:type="dcterms:W3CDTF">2026-07-30T07:57:22.7670000Z</dcterms:modified>
</coreProperties>
</file>